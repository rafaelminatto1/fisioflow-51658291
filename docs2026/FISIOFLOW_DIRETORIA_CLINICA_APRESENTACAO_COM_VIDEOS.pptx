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youtube.com/watch?v=YPNRaVjLQOo" TargetMode="External"/><Relationship Id="rId1" Type="http://schemas.openxmlformats.org/officeDocument/2006/relationships/image" Target="../media/image-7-1.png"/><Relationship Id="rId2" Target="https://www.youtube.com/embed/YPNRaVjLQOo" TargetMode="External" Type="http://schemas.openxmlformats.org/officeDocument/2006/relationships/video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youtube.com/watch?v=ug3_bJH9RdU" TargetMode="External"/><Relationship Id="rId1" Type="http://schemas.openxmlformats.org/officeDocument/2006/relationships/image" Target="../media/image-8-1.png"/><Relationship Id="rId2" Target="https://www.youtube.com/embed/ug3_bJH9RdU" TargetMode="External" Type="http://schemas.openxmlformats.org/officeDocument/2006/relationships/video"/><Relationship Id="rId3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hyperlink" Target="https://www.youtube.com/watch?v=9dBMNA3fTE4" TargetMode="External"/><Relationship Id="rId7" Type="http://schemas.openxmlformats.org/officeDocument/2006/relationships/hyperlink" Target="https://www.youtube.com/watch?v=XK6gLAm7vo8" TargetMode="External"/><Relationship Id="rId1" Type="http://schemas.openxmlformats.org/officeDocument/2006/relationships/image" Target="../media/image-9-1.png"/><Relationship Id="rId2" Target="https://www.youtube.com/embed/9dBMNA3fTE4" TargetMode="External" Type="http://schemas.openxmlformats.org/officeDocument/2006/relationships/video"/><Relationship Id="rId3" Type="http://schemas.openxmlformats.org/officeDocument/2006/relationships/image" Target="../media/image-9-3.png"/><Relationship Id="rId4" Target="https://www.youtube.com/embed/XK6gLAm7vo8" TargetMode="External" Type="http://schemas.openxmlformats.org/officeDocument/2006/relationships/video"/><Relationship Id="rId5" Type="http://schemas.openxmlformats.org/officeDocument/2006/relationships/image" Target="../media/image-9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mberhealth.com/blog/webinar-winning-with-rtm" TargetMode="External"/><Relationship Id="rId3" Type="http://schemas.openxmlformats.org/officeDocument/2006/relationships/hyperlink" Target="https://www.americantelemed.org/resources/understanding-remote-solutions-for-rehabilitation-remote-physiologic-monitoring-remote-therapeutic-monitoring/" TargetMode="External"/><Relationship Id="rId4" Type="http://schemas.openxmlformats.org/officeDocument/2006/relationships/hyperlink" Target="https://www.limberhealth.com/blog/webinar-winning-with-rtm" TargetMode="External"/><Relationship Id="rId5" Type="http://schemas.openxmlformats.org/officeDocument/2006/relationships/hyperlink" Target="https://www.americantelemed.org/resources/understanding-remote-solutions-for-rehabilitation-remote-physiologic-monitoring-remote-therapeutic-monitoring/" TargetMode="External"/><Relationship Id="rId1" Type="http://schemas.openxmlformats.org/officeDocument/2006/relationships/image" Target="../media/image-1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FisioFlow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operacao clinica a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plataforma de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continuidade e receita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32461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Tese central: engajamento do paciente no app pode gerar mais adesao, menos evasao, mais reativacao e mais receita por paciente para a clinica.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92240" y="1078992"/>
            <a:ext cx="4846320" cy="4526280"/>
          </a:xfrm>
          <a:prstGeom prst="rect">
            <a:avLst/>
          </a:prstGeom>
          <a:solidFill>
            <a:srgbClr val="111C3A"/>
          </a:solidFill>
          <a:ln>
            <a:solidFill>
              <a:srgbClr val="23355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56832" y="1216152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Mensagem para a diretoria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56832" y="1591056"/>
            <a:ext cx="451713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Hoje a clinica monetiza principalmente durante o tratamento ativo.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 pos-alta e onde mais se perde relacionamento, prevencao e receita futura.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 FisioFlow pode transformar esse vazio em continuidade de cuidado e recorrencia.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 app precisa ser visto como canal de retencao e conversao, nao apenas como apoio operacional.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5669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Engajamento -&gt; Adesao -&gt; Retencao -&gt; Reativacao -&gt; Receita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48672" y="356616"/>
            <a:ext cx="1819656" cy="676656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home/rafael/Documents/fisioflow/fisioflow-51658291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11480"/>
            <a:ext cx="1600200" cy="566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Apresentacao executiva para diretoria clinica | foco em valor economico e continuidade de cuidado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Cenario atual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 economico acontece depois da alta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960120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31552" y="219456"/>
            <a:ext cx="1636776" cy="6126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rafael/Documents/fisioflow/fisioflow-51658291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74320"/>
            <a:ext cx="14173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600200"/>
            <a:ext cx="352044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58952" y="173736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Hoje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2112264"/>
            <a:ext cx="319125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clinica ganha bem durante o tratamento ativo.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Apos a alta, o relacionamento perde intensidade.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Muitos pacientes reduzem rotina e podem regredir.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 retorno acontece tarde, quando a dor ja piorou.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43400" y="1600200"/>
            <a:ext cx="352044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07992" y="173736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Perdas invisiveis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07992" y="2112264"/>
            <a:ext cx="319125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Perda de continuidade assistencial.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Queda de valor percebido apos a alta.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Menos chances de prevencao e acompanhamento leve.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Menos oportunidades de venda de outros servicos.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92440" y="1600200"/>
            <a:ext cx="3520440" cy="4160520"/>
          </a:xfrm>
          <a:prstGeom prst="rect">
            <a:avLst/>
          </a:prstGeom>
          <a:solidFill>
            <a:srgbClr val="CFFAFE"/>
          </a:solidFill>
          <a:ln>
            <a:solidFill>
              <a:srgbClr val="A5F3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57032" y="173736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Oportunidade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57032" y="2112264"/>
            <a:ext cx="319125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Transformar a alta em transicao estruturada.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Criar programas de manutencao e monitoramento.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Usar o app para reter, reativar e reconectar o paciente.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Gerar recorrencia sem depender so da agenda cheia.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Tese: o pos-alta e o ponto onde a clinica mais perde valor e onde o FisioFlow mais pode gerar retorno.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Ativos existentes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FisioFlow ja tem a base para operar esse modelo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960120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31552" y="219456"/>
            <a:ext cx="1636776" cy="6126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rafael/Documents/fisioflow/fisioflow-51658291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74320"/>
            <a:ext cx="14173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600200"/>
            <a:ext cx="530352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58952" y="1737360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profissional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2112264"/>
            <a:ext cx="497433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Agenda, pacientes, prontuario e operacao clinica.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Prescricao de exercicios e acompanhamento do plano.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Financeiro e relatorios para gestao.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Base forte para organizar o cuidado e tomar decisao.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72200" y="1600200"/>
            <a:ext cx="539496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336792" y="1737360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do paciente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36792" y="2112264"/>
            <a:ext cx="506577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Exercicios do dia, progresso e notificacoes.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Feedback do paciente, bem-estar e gamificacao.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Canal de contato fora da consulta.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Base para manter o paciente ativo entre sessoes e apos a alta.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417320" y="5440680"/>
            <a:ext cx="9326880" cy="566928"/>
          </a:xfrm>
          <a:prstGeom prst="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581912" y="5952744"/>
            <a:ext cx="8997696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os dois apps trabalham juntos, o profissional prescreve, o paciente executa, devolve sinais de adesao e a clinica ganha capacidade real de agir antes da perda de resultado.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executiva: a estrutura principal ja existe; falta transformar uso em modelo claro de continuidade e monetizacao.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Tese economica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engajamento vira retorno financeiro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960120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31552" y="219456"/>
            <a:ext cx="1636776" cy="6126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rafael/Documents/fisioflow/fisioflow-51658291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74320"/>
            <a:ext cx="14173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737360"/>
            <a:ext cx="3291840" cy="15727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4672" y="187452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Engajamento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2249424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Paciente usa o app, recebe lembretes e executa o plano.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434840" y="1737360"/>
            <a:ext cx="3291840" cy="15727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99432" y="187452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Mais adesao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99432" y="2249424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Melhor consistencia e mais resultado percebido.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0" y="1737360"/>
            <a:ext cx="3291840" cy="15727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394192" y="187452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Mais retencao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94192" y="2249424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abandono silencioso e mais confianca.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886200"/>
            <a:ext cx="3291840" cy="15727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04672" y="402336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Reativacao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" y="4398264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 identifica risco e chama o paciente mais cedo.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434840" y="3886200"/>
            <a:ext cx="3291840" cy="15727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599432" y="402336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Novas vendas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99432" y="4398264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Pilates, reavaliacao, programas preventivos e pos-alta.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0" y="3886200"/>
            <a:ext cx="3291840" cy="1572768"/>
          </a:xfrm>
          <a:prstGeom prst="rect">
            <a:avLst/>
          </a:prstGeom>
          <a:solidFill>
            <a:srgbClr val="DCFCE7"/>
          </a:solidFill>
          <a:ln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394192" y="402336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Receita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94192" y="4398264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LTV, mais recorrencia e maior valor por paciente.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 simples para apresentar: Engajamento digital -&gt; mais adesao -&gt; melhor resultado percebido -&gt; mais retencao -&gt; mais reativacao -&gt; mais receita por paciente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app nao deve ser medido apenas por uso. Deve ser medido pelo impacto em adesao, retencao e conversao.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de monetizacao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vender depois da alta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960120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31552" y="219456"/>
            <a:ext cx="1636776" cy="6126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rafael/Documents/fisioflow/fisioflow-51658291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74320"/>
            <a:ext cx="14173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645920"/>
            <a:ext cx="352044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58952" y="178308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Pos-Alta Essencial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2157984"/>
            <a:ext cx="319125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R$ 29 a R$ 39 por 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Rotina de manutencao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Lembretes e progresso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Check-in automatizado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Kit de orientacao para recaida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43400" y="1645920"/>
            <a:ext cx="3520440" cy="4160520"/>
          </a:xfrm>
          <a:prstGeom prst="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07992" y="178308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Pos-Alta Plus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07992" y="2157984"/>
            <a:ext cx="319125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R$ 59 a R$ 89 por 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Progressao por condicao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Alertas de risco de recaida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Check-in assicrono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Recomendacao de retorno ou migracao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92440" y="1645920"/>
            <a:ext cx="3520440" cy="4160520"/>
          </a:xfrm>
          <a:prstGeom prst="rect">
            <a:avLst/>
          </a:prstGeom>
          <a:solidFill>
            <a:srgbClr val="CFFAFE"/>
          </a:solidFill>
          <a:ln>
            <a:solidFill>
              <a:srgbClr val="A5F3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57032" y="178308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Pos-Alta Premium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57032" y="2157984"/>
            <a:ext cx="319125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R$ 119 a R$ 199 por 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Revisao mensal humana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Ajuste de plano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Teleorientacao curta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Suporte prioritario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5961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Complementos de receita: pilates clinico, reavaliacao trimestral, programas preventivos de coluna/joelho/ombro, grupos de educacao em dor e servicos corporativos.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principal erro seria oferecer apenas o app. O correto e oferecer programas pos-alta com nome, preco e entrega.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Execucao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validar rapido com um piloto de 90 dias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960120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31552" y="219456"/>
            <a:ext cx="1636776" cy="6126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rafael/Documents/fisioflow/fisioflow-51658291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74320"/>
            <a:ext cx="14173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664208"/>
            <a:ext cx="534924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58952" y="1801368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KPIs que importam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2176272"/>
            <a:ext cx="5020056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Pacientes ativos no 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Adesao aos exercicios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Conversao para programa pos-alta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Receita recorrente mensal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Percentual que compra outro servico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Reativacao apos alerta de recaida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99632" y="1664208"/>
            <a:ext cx="5376672" cy="4251960"/>
          </a:xfrm>
          <a:prstGeom prst="rect">
            <a:avLst/>
          </a:prstGeom>
          <a:solidFill>
            <a:srgbClr val="DCFCE7"/>
          </a:solidFill>
          <a:ln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364224" y="180136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Plano simples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64224" y="2176272"/>
            <a:ext cx="5047488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Escolher uma linha de cuidado com boa recorrencia.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Definir a oferta pos-alta e o discurso comercial.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Ativar jornada de alta com convite para continuidade.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Monitorar uso, conversao, reativacao e receita por 90 dias.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Ajustar preco, mensagem e gatilhos de retorno.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recomendacao e testar pequeno, provar retorno e so depois escalar para toda a clinica.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de apoio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Person-centered care em fisioterapia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960120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31552" y="219456"/>
            <a:ext cx="1636776" cy="6126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rafael/Documents/fisioflow/fisioflow-51658291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74320"/>
            <a:ext cx="14173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45920"/>
            <a:ext cx="425196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13232" y="1783080"/>
            <a:ext cx="3922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este video importa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" y="2157984"/>
            <a:ext cx="392277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Fonte: AAOMPT | Orthopaedic Manual Physical Therapy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Data: 16/09/2024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Ajuda a diretoria a entender que engajamento e adesao dependem de experiencia, comunicacao e confianca, nao apenas de prescricao.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este slide como apoio visual ou deixe o video para o fim da reuniao.</a:t>
            </a:r>
            <a:endParaRPr lang="en-US" sz="1100" dirty="0"/>
          </a:p>
        </p:txBody>
      </p:sp>
      <p:pic>
        <p:nvPicPr>
          <p:cNvPr id="4" name="Media 0"/>
          <p:cNvPicPr/>
          <p:nvPr>
            <a:videoFile r:link="rId2"/>
          </p:nvPr>
        </p:nvPicPr>
        <p:blipFill>
          <a:blip r:embed="rId3"/>
          <a:stretch>
            <a:fillRect/>
          </a:stretch>
        </p:blipFill>
        <p:spPr>
          <a:xfrm>
            <a:off x="5166360" y="1664208"/>
            <a:ext cx="5989320" cy="3401568"/>
          </a:xfrm>
          <a:prstGeom prst="rect">
            <a:avLst/>
          </a:prstGeom>
        </p:spPr>
      </p:pic>
      <p:sp>
        <p:nvSpPr>
          <p:cNvPr id="11" name="Text 7">
            <a:hlinkClick r:id="rId4" tooltip="Abrir video"/>
          </p:cNvPr>
          <p:cNvSpPr/>
          <p:nvPr/>
        </p:nvSpPr>
        <p:spPr>
          <a:xfrm>
            <a:off x="5166360" y="5285232"/>
            <a:ext cx="2011680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Abrir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video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Videos online funcionam melhor no PowerPoint conectado a internet. Se o embed nao abrir no seu visualizador, use o botao.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de apoio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centered care and patient engagement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960120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31552" y="219456"/>
            <a:ext cx="1636776" cy="6126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rafael/Documents/fisioflow/fisioflow-51658291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74320"/>
            <a:ext cx="14173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45920"/>
            <a:ext cx="425196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13232" y="1783080"/>
            <a:ext cx="3922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este video importa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" y="2157984"/>
            <a:ext cx="392277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Fonte: Webinar no YouTube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Data: 06/12/2023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Bom para sustentar a tese de que o paciente participa mais quando existe acompanhamento continuo e senso de progresso.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este slide como apoio visual ou deixe o video para o fim da reuniao.</a:t>
            </a:r>
            <a:endParaRPr lang="en-US" sz="1100" dirty="0"/>
          </a:p>
        </p:txBody>
      </p:sp>
      <p:pic>
        <p:nvPicPr>
          <p:cNvPr id="4" name="Media 0"/>
          <p:cNvPicPr/>
          <p:nvPr>
            <a:videoFile r:link="rId2"/>
          </p:nvPr>
        </p:nvPicPr>
        <p:blipFill>
          <a:blip r:embed="rId3"/>
          <a:stretch>
            <a:fillRect/>
          </a:stretch>
        </p:blipFill>
        <p:spPr>
          <a:xfrm>
            <a:off x="5166360" y="1664208"/>
            <a:ext cx="5989320" cy="3401568"/>
          </a:xfrm>
          <a:prstGeom prst="rect">
            <a:avLst/>
          </a:prstGeom>
        </p:spPr>
      </p:pic>
      <p:sp>
        <p:nvSpPr>
          <p:cNvPr id="11" name="Text 7">
            <a:hlinkClick r:id="rId4" tooltip="Abrir video"/>
          </p:cNvPr>
          <p:cNvSpPr/>
          <p:nvPr/>
        </p:nvSpPr>
        <p:spPr>
          <a:xfrm>
            <a:off x="5166360" y="5285232"/>
            <a:ext cx="2011680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Abrir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video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Videos online funcionam melhor no PowerPoint conectado a internet. Se o embed nao abrir no seu visualizador, use o botao.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de apoio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Visualizando a categoria na pratica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960120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31552" y="219456"/>
            <a:ext cx="1636776" cy="6126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rafael/Documents/fisioflow/fisioflow-51658291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74320"/>
            <a:ext cx="1417320" cy="502920"/>
          </a:xfrm>
          <a:prstGeom prst="rect">
            <a:avLst/>
          </a:prstGeom>
        </p:spPr>
      </p:pic>
      <p:pic>
        <p:nvPicPr>
          <p:cNvPr id="4" name="Media 0"/>
          <p:cNvPicPr/>
          <p:nvPr>
            <a:videoFile r:link="rId2"/>
          </p:nvPr>
        </p:nvPicPr>
        <p:blipFill>
          <a:blip r:embed="rId3"/>
          <a:stretch>
            <a:fillRect/>
          </a:stretch>
        </p:blipFill>
        <p:spPr>
          <a:xfrm>
            <a:off x="594360" y="1645920"/>
            <a:ext cx="5257800" cy="2926080"/>
          </a:xfrm>
          <a:prstGeom prst="rect">
            <a:avLst/>
          </a:prstGeom>
        </p:spPr>
      </p:pic>
      <p:pic>
        <p:nvPicPr>
          <p:cNvPr id="6" name="Media 1"/>
          <p:cNvPicPr/>
          <p:nvPr>
            <a:videoFile r:link="rId4"/>
          </p:nvPr>
        </p:nvPicPr>
        <p:blipFill>
          <a:blip r:embed="rId5"/>
          <a:stretch>
            <a:fillRect/>
          </a:stretch>
        </p:blipFill>
        <p:spPr>
          <a:xfrm>
            <a:off x="6263640" y="1645920"/>
            <a:ext cx="5257800" cy="29260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360" y="4800600"/>
            <a:ext cx="52578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758952" y="4937760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Kemtai Care tutorial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58952" y="5312664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 de forma visual como uma plataforma pode conectar acompanhamento clinico e rotina de exercicios remotos.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263640" y="4800600"/>
            <a:ext cx="52578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428232" y="4937760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MedBridge HEP overview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28232" y="5312664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Ajuda a diretoria a enxergar o mercado de programas domiciliares com monitoramento e engajamento estruturado.</a:t>
            </a:r>
            <a:endParaRPr lang="en-US" sz="1100" dirty="0"/>
          </a:p>
        </p:txBody>
      </p:sp>
      <p:sp>
        <p:nvSpPr>
          <p:cNvPr id="15" name="Text 10">
            <a:hlinkClick r:id="rId6" tooltip="Abrir Kemtai"/>
          </p:cNvPr>
          <p:cNvSpPr/>
          <p:nvPr/>
        </p:nvSpPr>
        <p:spPr>
          <a:xfrm>
            <a:off x="594360" y="5925312"/>
            <a:ext cx="1554480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Abrir Kemta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Kemtai</a:t>
            </a:r>
            <a:endParaRPr lang="en-US" sz="1100" dirty="0"/>
          </a:p>
        </p:txBody>
      </p:sp>
      <p:sp>
        <p:nvSpPr>
          <p:cNvPr id="16" name="Text 11">
            <a:hlinkClick r:id="rId7" tooltip="Abrir MedBridge"/>
          </p:cNvPr>
          <p:cNvSpPr/>
          <p:nvPr/>
        </p:nvSpPr>
        <p:spPr>
          <a:xfrm>
            <a:off x="6263640" y="5925312"/>
            <a:ext cx="1783080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 invalidUrl="" action="" tgtFrame="" tooltip="Abrir MedBridg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MedBridge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Estes videos nao sao do FisioFlow. Eles servem como referencia visual de categoria para a diretoria.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Materiais de apoio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Webinars extras para usar na conversa com a diretoria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960120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31552" y="219456"/>
            <a:ext cx="1636776" cy="6126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rafael/Documents/fisioflow/fisioflow-51658291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74320"/>
            <a:ext cx="1417320" cy="502920"/>
          </a:xfrm>
          <a:prstGeom prst="rect">
            <a:avLst/>
          </a:prstGeom>
        </p:spPr>
      </p:pic>
      <p:sp>
        <p:nvSpPr>
          <p:cNvPr id="7" name="Text 4">
            <a:hlinkClick r:id="rId2" tooltip="Winning with Remote Therapeutic Monitoring"/>
          </p:cNvPr>
          <p:cNvSpPr/>
          <p:nvPr/>
        </p:nvSpPr>
        <p:spPr>
          <a:xfrm>
            <a:off x="777240" y="1737360"/>
            <a:ext cx="525780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>
            <a:hlinkClick r:id="rId2" tooltip="Winning with Remote Therapeutic Monitoring"/>
          </p:cNvPr>
          <p:cNvSpPr/>
          <p:nvPr/>
        </p:nvSpPr>
        <p:spPr>
          <a:xfrm>
            <a:off x="941832" y="1874520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2" invalidUrl="" action="" tgtFrame="" tooltip="Winning with Remote Therapeutic Monitor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Winning with Remote Therapeutic Monitoring</a:t>
            </a:r>
            <a:endParaRPr lang="en-US" sz="1600" dirty="0"/>
          </a:p>
        </p:txBody>
      </p:sp>
      <p:sp>
        <p:nvSpPr>
          <p:cNvPr id="9" name="Text 6">
            <a:hlinkClick r:id="rId2" tooltip="Winning with Remote Therapeutic Monitoring"/>
          </p:cNvPr>
          <p:cNvSpPr/>
          <p:nvPr/>
        </p:nvSpPr>
        <p:spPr>
          <a:xfrm>
            <a:off x="941832" y="2249424"/>
            <a:ext cx="49286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u="sng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Winning with Remote Therapeutic Monitor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Fonte: Limber Health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Winning with Remote Therapeutic Monitor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Data: 10/02/2026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Winning with Remote Therapeutic Monitor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Bom para reforcar a conversa de receita, processo e escala.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Winning with Remote Therapeutic Monitor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Clique no botao abaixo para abrir o webinar.</a:t>
            </a:r>
            <a:endParaRPr lang="en-US" sz="1100" dirty="0"/>
          </a:p>
        </p:txBody>
      </p:sp>
      <p:sp>
        <p:nvSpPr>
          <p:cNvPr id="10" name="Text 7">
            <a:hlinkClick r:id="rId3" tooltip="Understanding Remote Solutions for Rehabilitation"/>
          </p:cNvPr>
          <p:cNvSpPr/>
          <p:nvPr/>
        </p:nvSpPr>
        <p:spPr>
          <a:xfrm>
            <a:off x="6172200" y="1737360"/>
            <a:ext cx="525780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>
            <a:hlinkClick r:id="rId3" tooltip="Understanding Remote Solutions for Rehabilitation"/>
          </p:cNvPr>
          <p:cNvSpPr/>
          <p:nvPr/>
        </p:nvSpPr>
        <p:spPr>
          <a:xfrm>
            <a:off x="6336792" y="1874520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 invalidUrl="" action="" tgtFrame="" tooltip="Understanding Remote Solutions for Rehabilitat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Remote Solutions for Rehabilitation</a:t>
            </a:r>
            <a:endParaRPr lang="en-US" sz="1600" dirty="0"/>
          </a:p>
        </p:txBody>
      </p:sp>
      <p:sp>
        <p:nvSpPr>
          <p:cNvPr id="12" name="Text 9">
            <a:hlinkClick r:id="rId3" tooltip="Understanding Remote Solutions for Rehabilitation"/>
          </p:cNvPr>
          <p:cNvSpPr/>
          <p:nvPr/>
        </p:nvSpPr>
        <p:spPr>
          <a:xfrm>
            <a:off x="6336792" y="2249424"/>
            <a:ext cx="49286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u="sng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Understanding Remote Solutions for Rehabilitat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Fonte: American Telemedicine Association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Understanding Remote Solutions for Rehabilitat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Data: 21/09/2023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Understanding Remote Solutions for Rehabilitat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Bom para explicar continuidade de cuidado e monitoramento remoto em linguagem clinica.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Understanding Remote Solutions for Rehabilitat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Clique no botao abaixo para abrir o webinar.</a:t>
            </a:r>
            <a:endParaRPr lang="en-US" sz="1100" dirty="0"/>
          </a:p>
        </p:txBody>
      </p:sp>
      <p:sp>
        <p:nvSpPr>
          <p:cNvPr id="13" name="Text 10">
            <a:hlinkClick r:id="rId4" tooltip="Abrir Limber"/>
          </p:cNvPr>
          <p:cNvSpPr/>
          <p:nvPr/>
        </p:nvSpPr>
        <p:spPr>
          <a:xfrm>
            <a:off x="777240" y="5193792"/>
            <a:ext cx="1920240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Abrir Limb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Limber</a:t>
            </a:r>
            <a:endParaRPr lang="en-US" sz="1100" dirty="0"/>
          </a:p>
        </p:txBody>
      </p:sp>
      <p:sp>
        <p:nvSpPr>
          <p:cNvPr id="14" name="Text 11">
            <a:hlinkClick r:id="rId5" tooltip="Abrir ATA"/>
          </p:cNvPr>
          <p:cNvSpPr/>
          <p:nvPr/>
        </p:nvSpPr>
        <p:spPr>
          <a:xfrm>
            <a:off x="6172200" y="5193792"/>
            <a:ext cx="2057400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Abrir AT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ATA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41248" y="5806440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final: o valor economico do FisioFlow cresce quando o app se torna ponte entre adesao, continuidade de cuidado, reativacao e venda de outros servicos da clinica.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gerado automaticamente a partir da analise do app profissional, app do paciente e referencias pesquisadas com Exa.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FisioFlow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FisioFlow - Apresentacao para diretoria clinica</dc:title>
  <dc:subject>Diretoria clinica - retorno financeiro e engajamento</dc:subject>
  <dc:creator>OpenAI Codex</dc:creator>
  <cp:lastModifiedBy>OpenAI Codex</cp:lastModifiedBy>
  <cp:revision>1</cp:revision>
  <dcterms:created xsi:type="dcterms:W3CDTF">2026-03-13T01:44:22Z</dcterms:created>
  <dcterms:modified xsi:type="dcterms:W3CDTF">2026-03-13T01:44:22Z</dcterms:modified>
</cp:coreProperties>
</file>